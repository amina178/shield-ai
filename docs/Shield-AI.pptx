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Shield-AI: an autonomous risk agent for the Lablab.ai x Alpaca hackathon. It does not predict direction; it defends the downside.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AI trading agents chase alpha with no risk scaffolding. Shield-AI inverts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derived the architecture from the scoring function rather than from a hunch.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 is the interoperability layer — that is the Internet of Agents 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GARCH model drives both the risk budget and the entry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honest justification for the cognitive layer: it supplies information the mathematics cannot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spectacular edge on the most efficiently priced instrument on earth is not an edge. It is a 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decision is written to an append-only JSONL log, including the ones where the agent chose not to trade.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iz/shield-ai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3847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D95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28"/>
              </a:lnSpc>
              <a:buNone/>
            </a:pPr>
            <a:r>
              <a:rPr lang="en-US" sz="38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is not a risk framework.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14884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a language model a brokerage key and tell it to pick winners, and you have not built a quant system. You have built a leveraged guess.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3739896"/>
            <a:ext cx="420624" cy="420624"/>
          </a:xfrm>
          <a:prstGeom prst="ellipse">
            <a:avLst/>
          </a:prstGeom>
          <a:solidFill>
            <a:srgbClr val="D959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7398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37124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covariance matrix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401421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Exposures across names cannot be added up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4608576"/>
            <a:ext cx="420624" cy="420624"/>
          </a:xfrm>
          <a:prstGeom prst="ellipse">
            <a:avLst/>
          </a:prstGeom>
          <a:solidFill>
            <a:srgbClr val="D9592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4608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458114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tail estimate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88289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risk is invisible to the model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5477256"/>
            <a:ext cx="420624" cy="420624"/>
          </a:xfrm>
          <a:prstGeom prst="ellipse">
            <a:avLst/>
          </a:prstGeom>
          <a:solidFill>
            <a:srgbClr val="D9592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5477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544982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loss budget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575157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defines how much is too much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0" y="2103120"/>
            <a:ext cx="4069080" cy="3566160"/>
          </a:xfrm>
          <a:prstGeom prst="roundRect">
            <a:avLst>
              <a:gd name="adj" fmla="val 3077"/>
            </a:avLst>
          </a:prstGeom>
          <a:solidFill>
            <a:srgbClr val="F7F7F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589520" y="21488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6000" dirty="0"/>
          </a:p>
        </p:txBody>
      </p:sp>
      <p:sp>
        <p:nvSpPr>
          <p:cNvPr id="19" name="Text 17"/>
          <p:cNvSpPr txBox="1"/>
          <p:nvPr/>
        </p:nvSpPr>
        <p:spPr>
          <a:xfrm>
            <a:off x="7635240" y="28803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is confident, not calibrated.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635240" y="43434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Shield-AI inverts the design: deterministic mathematics defines the boundary, and the language model only ever operates inside it.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28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scoring rule decides the architecture.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103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3C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is judged on terminal account equity. There is no benchmark column.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2971800"/>
            <a:ext cx="3291840" cy="1691640"/>
          </a:xfrm>
          <a:prstGeom prst="roundRect">
            <a:avLst>
              <a:gd name="adj" fmla="val 6486"/>
            </a:avLst>
          </a:prstGeom>
          <a:solidFill>
            <a:srgbClr val="24242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31546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977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3C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days in the scoring window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2971800"/>
            <a:ext cx="3291840" cy="1691640"/>
          </a:xfrm>
          <a:prstGeom prst="roundRect">
            <a:avLst>
              <a:gd name="adj" fmla="val 6486"/>
            </a:avLst>
          </a:prstGeom>
          <a:solidFill>
            <a:srgbClr val="24242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63440" y="31546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977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3C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that cannot be recovered in that 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01000" y="2971800"/>
            <a:ext cx="3291840" cy="1691640"/>
          </a:xfrm>
          <a:prstGeom prst="roundRect">
            <a:avLst>
              <a:gd name="adj" fmla="val 6486"/>
            </a:avLst>
          </a:prstGeom>
          <a:solidFill>
            <a:srgbClr val="24242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75320" y="31546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3977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3C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— only the final number counts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074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Maximising final equity is therefore a risk-management problem, not a prediction problem.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28"/>
              </a:lnSpc>
              <a:buNone/>
            </a:pPr>
            <a:r>
              <a:rPr lang="en-US" sz="38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layers, one boundary.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2057400"/>
            <a:ext cx="420624" cy="420624"/>
          </a:xfrm>
          <a:prstGeom prst="ellipse">
            <a:avLst/>
          </a:prstGeom>
          <a:solidFill>
            <a:srgbClr val="3987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0391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794760" y="203911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Alpaca Market Data · News API · Option chain with Greeks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87552" y="2478024"/>
            <a:ext cx="0" cy="420624"/>
          </a:xfrm>
          <a:prstGeom prst="line">
            <a:avLst/>
          </a:prstGeom>
          <a:noFill/>
          <a:ln w="19050">
            <a:solidFill>
              <a:srgbClr val="E1E0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898648"/>
            <a:ext cx="420624" cy="420624"/>
          </a:xfrm>
          <a:prstGeom prst="ellipse">
            <a:avLst/>
          </a:prstGeom>
          <a:solidFill>
            <a:srgbClr val="3987E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898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 engine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28803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VaR three ways · CVaR · GARCH(1,1) · beta-weighted Delta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87552" y="3319272"/>
            <a:ext cx="0" cy="420624"/>
          </a:xfrm>
          <a:prstGeom prst="line">
            <a:avLst/>
          </a:prstGeom>
          <a:noFill/>
          <a:ln w="19050">
            <a:solidFill>
              <a:srgbClr val="E1E0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739896"/>
            <a:ext cx="420624" cy="420624"/>
          </a:xfrm>
          <a:prstGeom prst="ellipse">
            <a:avLst/>
          </a:prstGeom>
          <a:solidFill>
            <a:srgbClr val="3987E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7398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721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layer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794760" y="372160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Sentiment Agent (veto) · Risk-Manager Agent (selection)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87552" y="4160520"/>
            <a:ext cx="0" cy="420624"/>
          </a:xfrm>
          <a:prstGeom prst="line">
            <a:avLst/>
          </a:prstGeom>
          <a:noFill/>
          <a:ln w="19050">
            <a:solidFill>
              <a:srgbClr val="E1E0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581144"/>
            <a:ext cx="420624" cy="420624"/>
          </a:xfrm>
          <a:prstGeom prst="ellipse">
            <a:avLst/>
          </a:prstGeom>
          <a:solidFill>
            <a:srgbClr val="3987E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581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5628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filter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794760" y="456285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level · liquidity · coverage · cost · buying power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87552" y="5001768"/>
            <a:ext cx="0" cy="420624"/>
          </a:xfrm>
          <a:prstGeom prst="line">
            <a:avLst/>
          </a:prstGeom>
          <a:noFill/>
          <a:ln w="19050">
            <a:solidFill>
              <a:srgbClr val="E1E0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5422392"/>
            <a:ext cx="420624" cy="420624"/>
          </a:xfrm>
          <a:prstGeom prst="ellipse">
            <a:avLst/>
          </a:prstGeom>
          <a:solidFill>
            <a:srgbClr val="3987E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5422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54041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794760" y="540410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Alpaca MCP Server → place_option_order → audit log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runs over MCP — an open protocol, not a hard-coded SDK binding. The same agent could be pointed at any MCP-compliant venue.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STRATEGY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28"/>
              </a:lnSpc>
              <a:buNone/>
            </a:pPr>
            <a:r>
              <a:rPr lang="en-US" sz="38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model, two jobs.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11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 forecasts realised volatility. Options imply their own. The gap between them is the variance risk premium — and it is both the risk metric and the trading signal.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30632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7F7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9848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≫ forecast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36850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are rich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69848" y="41605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premium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cash-secured put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9120" y="30632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7F7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81728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≪ forecast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81728" y="36850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are cheap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81728" y="41605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protection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put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01000" y="30632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7F7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93608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5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 breached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93608" y="36850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event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93608" y="41605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Hedge — regardless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how rich the premium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of precedence is the thesis: a VaR breach outranks any income opportunity, however rich.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6035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is solved for, never chosen — a position may consume at most half the remaining headroom to the limit.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LANGUAGE MODEL AT ALL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41732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GARCH cannot read that the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decision is on Thursday.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42900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3C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volatility into a known catalyst is a classic way to destroy an account. Implied volatility is elevated because the market knows something is coming — so the "edge" is not an edge. It is compensation for a risk the volatility model structurally cannot perceive.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06640" y="3337560"/>
            <a:ext cx="3977640" cy="2148840"/>
          </a:xfrm>
          <a:prstGeom prst="roundRect">
            <a:avLst>
              <a:gd name="adj" fmla="val 5106"/>
            </a:avLst>
          </a:prstGeom>
          <a:solidFill>
            <a:srgbClr val="24242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99248" y="36118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holds a VETO,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 vote.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699248" y="45262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3C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proposes nothing and sizes nothing. It answers one question: is there an unresolved catalyst inside the life of this option?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D95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AGENT CAUGHT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92"/>
              </a:lnSpc>
              <a:buNone/>
            </a:pPr>
            <a:r>
              <a:rPr lang="en-US" sz="32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found a 15.6-point edge. It was my bug.</a:t>
            </a:r>
            <a:endParaRPr lang="en-US" sz="3200" dirty="0"/>
          </a:p>
        </p:txBody>
      </p:sp>
      <p:pic>
        <p:nvPicPr>
          <p:cNvPr id="4" name="Image 0" descr="/home/claude/viz/shield-ai-sm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7589520" cy="42691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732520" y="1965960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compared the GARCH forecast to the MEDIAN implied volatility across the whole option chain. But far out-of-the-money puts trade at much higher IV — they are crash insurance. The median sat on that wing.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732520" y="41148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D95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was measuring skew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D95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calling it alpha.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50292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to read IV from a single delta-matched contract. Now guarded by a regression test.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28"/>
              </a:lnSpc>
              <a:buNone/>
            </a:pPr>
            <a:r>
              <a:rPr lang="en-US" sz="38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log of refusals proves judgement.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116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34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tests passing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20116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2834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VaR estimators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01000" y="20116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8001000" y="2834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backtests: Kupiec + Christoffersen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657600"/>
            <a:ext cx="10607040" cy="2148840"/>
          </a:xfrm>
          <a:prstGeom prst="roundRect">
            <a:avLst>
              <a:gd name="adj" fmla="val 5106"/>
            </a:avLst>
          </a:prstGeom>
          <a:solidFill>
            <a:srgbClr val="F7F7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3886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live cycle, 1 September 2026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97280" y="4370832"/>
            <a:ext cx="146304" cy="146304"/>
          </a:xfrm>
          <a:prstGeom prst="ellipse">
            <a:avLst/>
          </a:prstGeom>
          <a:solidFill>
            <a:srgbClr val="3987E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417320" y="4315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NVDA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43159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 41.9% vs IV 29.8% → protection 12 points cheap. Bought 4 protective puts, $396 of a $1,500 budget. Order 6c693bae…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97280" y="5029200"/>
            <a:ext cx="146304" cy="146304"/>
          </a:xfrm>
          <a:prstGeom prst="ellipse">
            <a:avLst/>
          </a:prstGeom>
          <a:solidFill>
            <a:srgbClr val="D9592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417320" y="4974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5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refusals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788920" y="4974336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inside the no-trade band, or open interest too thin to trust the quote. Every refusal logged with its reason.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6035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record of only executed trades proves an agent traded. A record of refusals proves it had judgement.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management — not alpha —</a:t>
            </a:r>
            <a:endParaRPr lang="en-US" sz="3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killer app for agentic finance.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4709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98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Shield-AI  ·  github.com/amina178/shield-ai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C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Lablab.ai × Alpaca AI Trading Agents Hackathon  ·  Agent Builder track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2026-09-01T16:06:00Z</dcterms:created>
  <dcterms:modified xsi:type="dcterms:W3CDTF">2026-09-01T16:06:00Z</dcterms:modified>
</cp:coreProperties>
</file>